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2" r:id="rId6"/>
    <p:sldId id="263" r:id="rId7"/>
    <p:sldId id="264" r:id="rId8"/>
    <p:sldId id="272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3" r:id="rId17"/>
  </p:sldIdLst>
  <p:sldSz cx="12192000" cy="6858000"/>
  <p:notesSz cx="6858000" cy="12192000"/>
  <p:embeddedFontLst>
    <p:embeddedFont>
      <p:font typeface="Inter" panose="020B0604020202020204" charset="0"/>
      <p:regular r:id="rId19"/>
    </p:embeddedFont>
    <p:embeddedFont>
      <p:font typeface="Inter SemiBold" panose="020B0604020202020204" charset="0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21" dt="2026-10-21T14:09:54.884"/>
    <p1510:client id="{2C7DAD45-2637-FC62-6AF2-9FB9623DFCEA}" v="37" dt="2026-10-22T21:15:58.051"/>
    <p1510:client id="{9616C49C-549D-96BC-28DD-03D810E86CA5}" v="82" dt="2026-10-21T14:41:02.94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seborough, Will" userId="S::wmr1crt@bolton.ac.uk::dcfe01a7-9ef0-40b2-9188-0975f78a3b3c" providerId="AD" clId="Web-{00000000-0000-0000-0000-000000000000}"/>
    <pc:docChg chg="modSld sldOrd">
      <pc:chgData name="Riseborough, Will" userId="S::wmr1crt@bolton.ac.uk::dcfe01a7-9ef0-40b2-9188-0975f78a3b3c" providerId="AD" clId="Web-{00000000-0000-0000-0000-000000000000}" dt="2026-10-21T14:09:54.884" v="120" actId="20577"/>
      <pc:docMkLst>
        <pc:docMk/>
      </pc:docMkLst>
      <pc:sldChg chg="modSp">
        <pc:chgData name="Riseborough, Will" userId="S::wmr1crt@bolton.ac.uk::dcfe01a7-9ef0-40b2-9188-0975f78a3b3c" providerId="AD" clId="Web-{00000000-0000-0000-0000-000000000000}" dt="2026-10-21T14:07:24.748" v="36" actId="20577"/>
        <pc:sldMkLst>
          <pc:docMk/>
          <pc:sldMk cId="0" sldId="256"/>
        </pc:sldMkLst>
        <pc:spChg chg="mod">
          <ac:chgData name="Riseborough, Will" userId="S::wmr1crt@bolton.ac.uk::dcfe01a7-9ef0-40b2-9188-0975f78a3b3c" providerId="AD" clId="Web-{00000000-0000-0000-0000-000000000000}" dt="2026-10-21T14:07:24.748" v="36" actId="20577"/>
          <ac:spMkLst>
            <pc:docMk/>
            <pc:sldMk cId="0" sldId="256"/>
            <ac:spMk id="4" creationId="{00000000-0000-0000-0000-000000000000}"/>
          </ac:spMkLst>
        </pc:spChg>
      </pc:sldChg>
      <pc:sldChg chg="modSp">
        <pc:chgData name="Riseborough, Will" userId="S::wmr1crt@bolton.ac.uk::dcfe01a7-9ef0-40b2-9188-0975f78a3b3c" providerId="AD" clId="Web-{00000000-0000-0000-0000-000000000000}" dt="2026-10-21T14:08:33.253" v="39" actId="20577"/>
        <pc:sldMkLst>
          <pc:docMk/>
          <pc:sldMk cId="0" sldId="258"/>
        </pc:sldMkLst>
        <pc:spChg chg="mod">
          <ac:chgData name="Riseborough, Will" userId="S::wmr1crt@bolton.ac.uk::dcfe01a7-9ef0-40b2-9188-0975f78a3b3c" providerId="AD" clId="Web-{00000000-0000-0000-0000-000000000000}" dt="2026-10-21T14:08:33.253" v="39" actId="20577"/>
          <ac:spMkLst>
            <pc:docMk/>
            <pc:sldMk cId="0" sldId="258"/>
            <ac:spMk id="3" creationId="{00000000-0000-0000-0000-000000000000}"/>
          </ac:spMkLst>
        </pc:spChg>
      </pc:sldChg>
      <pc:sldChg chg="modSp">
        <pc:chgData name="Riseborough, Will" userId="S::wmr1crt@bolton.ac.uk::dcfe01a7-9ef0-40b2-9188-0975f78a3b3c" providerId="AD" clId="Web-{00000000-0000-0000-0000-000000000000}" dt="2026-10-21T14:02:57.709" v="1" actId="1076"/>
        <pc:sldMkLst>
          <pc:docMk/>
          <pc:sldMk cId="0" sldId="268"/>
        </pc:sldMkLst>
        <pc:spChg chg="mod">
          <ac:chgData name="Riseborough, Will" userId="S::wmr1crt@bolton.ac.uk::dcfe01a7-9ef0-40b2-9188-0975f78a3b3c" providerId="AD" clId="Web-{00000000-0000-0000-0000-000000000000}" dt="2026-10-21T14:02:57.709" v="1" actId="1076"/>
          <ac:spMkLst>
            <pc:docMk/>
            <pc:sldMk cId="0" sldId="268"/>
            <ac:spMk id="6" creationId="{00000000-0000-0000-0000-000000000000}"/>
          </ac:spMkLst>
        </pc:spChg>
      </pc:sldChg>
    </pc:docChg>
  </pc:docChgLst>
  <pc:docChgLst>
    <pc:chgData name="Riseborough, Will" userId="S::wmr1crt@bolton.ac.uk::dcfe01a7-9ef0-40b2-9188-0975f78a3b3c" providerId="AD" clId="Web-{2C7DAD45-2637-FC62-6AF2-9FB9623DFCEA}"/>
    <pc:docChg chg="modSld">
      <pc:chgData name="Riseborough, Will" userId="S::wmr1crt@bolton.ac.uk::dcfe01a7-9ef0-40b2-9188-0975f78a3b3c" providerId="AD" clId="Web-{2C7DAD45-2637-FC62-6AF2-9FB9623DFCEA}" dt="2026-10-22T21:15:58.051" v="36"/>
      <pc:docMkLst>
        <pc:docMk/>
      </pc:docMkLst>
      <pc:sldChg chg="addSp delSp modSp">
        <pc:chgData name="Riseborough, Will" userId="S::wmr1crt@bolton.ac.uk::dcfe01a7-9ef0-40b2-9188-0975f78a3b3c" providerId="AD" clId="Web-{2C7DAD45-2637-FC62-6AF2-9FB9623DFCEA}" dt="2026-10-22T21:14:58.672" v="18" actId="1076"/>
        <pc:sldMkLst>
          <pc:docMk/>
          <pc:sldMk cId="0" sldId="267"/>
        </pc:sldMkLst>
        <pc:spChg chg="mod">
          <ac:chgData name="Riseborough, Will" userId="S::wmr1crt@bolton.ac.uk::dcfe01a7-9ef0-40b2-9188-0975f78a3b3c" providerId="AD" clId="Web-{2C7DAD45-2637-FC62-6AF2-9FB9623DFCEA}" dt="2026-10-22T21:14:58.672" v="18" actId="1076"/>
          <ac:spMkLst>
            <pc:docMk/>
            <pc:sldMk cId="0" sldId="267"/>
            <ac:spMk id="5" creationId="{00000000-0000-0000-0000-000000000000}"/>
          </ac:spMkLst>
        </pc:spChg>
        <pc:spChg chg="del mod">
          <ac:chgData name="Riseborough, Will" userId="S::wmr1crt@bolton.ac.uk::dcfe01a7-9ef0-40b2-9188-0975f78a3b3c" providerId="AD" clId="Web-{2C7DAD45-2637-FC62-6AF2-9FB9623DFCEA}" dt="2026-10-22T21:14:55.297" v="17"/>
          <ac:spMkLst>
            <pc:docMk/>
            <pc:sldMk cId="0" sldId="267"/>
            <ac:spMk id="6" creationId="{00000000-0000-0000-0000-000000000000}"/>
          </ac:spMkLst>
        </pc:spChg>
        <pc:graphicFrameChg chg="add mod modGraphic">
          <ac:chgData name="Riseborough, Will" userId="S::wmr1crt@bolton.ac.uk::dcfe01a7-9ef0-40b2-9188-0975f78a3b3c" providerId="AD" clId="Web-{2C7DAD45-2637-FC62-6AF2-9FB9623DFCEA}" dt="2026-10-22T21:14:51.843" v="14"/>
          <ac:graphicFrameMkLst>
            <pc:docMk/>
            <pc:sldMk cId="0" sldId="267"/>
            <ac:graphicFrameMk id="8" creationId="{7B781541-0845-3206-3C42-2882FF43C1FA}"/>
          </ac:graphicFrameMkLst>
        </pc:graphicFrameChg>
      </pc:sldChg>
      <pc:sldChg chg="addSp delSp modSp">
        <pc:chgData name="Riseborough, Will" userId="S::wmr1crt@bolton.ac.uk::dcfe01a7-9ef0-40b2-9188-0975f78a3b3c" providerId="AD" clId="Web-{2C7DAD45-2637-FC62-6AF2-9FB9623DFCEA}" dt="2026-10-22T21:15:58.051" v="36"/>
        <pc:sldMkLst>
          <pc:docMk/>
          <pc:sldMk cId="0" sldId="268"/>
        </pc:sldMkLst>
        <pc:spChg chg="del mod">
          <ac:chgData name="Riseborough, Will" userId="S::wmr1crt@bolton.ac.uk::dcfe01a7-9ef0-40b2-9188-0975f78a3b3c" providerId="AD" clId="Web-{2C7DAD45-2637-FC62-6AF2-9FB9623DFCEA}" dt="2026-10-22T21:15:30.987" v="20"/>
          <ac:spMkLst>
            <pc:docMk/>
            <pc:sldMk cId="0" sldId="268"/>
            <ac:spMk id="5" creationId="{00000000-0000-0000-0000-000000000000}"/>
          </ac:spMkLst>
        </pc:spChg>
        <pc:spChg chg="mod">
          <ac:chgData name="Riseborough, Will" userId="S::wmr1crt@bolton.ac.uk::dcfe01a7-9ef0-40b2-9188-0975f78a3b3c" providerId="AD" clId="Web-{2C7DAD45-2637-FC62-6AF2-9FB9623DFCEA}" dt="2026-10-22T21:15:43.081" v="24" actId="1076"/>
          <ac:spMkLst>
            <pc:docMk/>
            <pc:sldMk cId="0" sldId="268"/>
            <ac:spMk id="6" creationId="{00000000-0000-0000-0000-000000000000}"/>
          </ac:spMkLst>
        </pc:spChg>
        <pc:graphicFrameChg chg="add mod modGraphic">
          <ac:chgData name="Riseborough, Will" userId="S::wmr1crt@bolton.ac.uk::dcfe01a7-9ef0-40b2-9188-0975f78a3b3c" providerId="AD" clId="Web-{2C7DAD45-2637-FC62-6AF2-9FB9623DFCEA}" dt="2026-10-22T21:15:58.051" v="36"/>
          <ac:graphicFrameMkLst>
            <pc:docMk/>
            <pc:sldMk cId="0" sldId="268"/>
            <ac:graphicFrameMk id="8" creationId="{E7DFA0EF-E14D-6A52-ED89-354AFC90C163}"/>
          </ac:graphicFrameMkLst>
        </pc:graphicFrameChg>
      </pc:sldChg>
    </pc:docChg>
  </pc:docChgLst>
  <pc:docChgLst>
    <pc:chgData name="Riseborough, Will" userId="S::wmr1crt@bolton.ac.uk::dcfe01a7-9ef0-40b2-9188-0975f78a3b3c" providerId="AD" clId="Web-{9616C49C-549D-96BC-28DD-03D810E86CA5}"/>
    <pc:docChg chg="addSld delSld modSld sldOrd">
      <pc:chgData name="Riseborough, Will" userId="S::wmr1crt@bolton.ac.uk::dcfe01a7-9ef0-40b2-9188-0975f78a3b3c" providerId="AD" clId="Web-{9616C49C-549D-96BC-28DD-03D810E86CA5}" dt="2026-10-21T14:41:02.945" v="76" actId="1076"/>
      <pc:docMkLst>
        <pc:docMk/>
      </pc:docMkLst>
      <pc:sldChg chg="addSp modSp">
        <pc:chgData name="Riseborough, Will" userId="S::wmr1crt@bolton.ac.uk::dcfe01a7-9ef0-40b2-9188-0975f78a3b3c" providerId="AD" clId="Web-{9616C49C-549D-96BC-28DD-03D810E86CA5}" dt="2026-10-21T14:41:02.945" v="76" actId="1076"/>
        <pc:sldMkLst>
          <pc:docMk/>
          <pc:sldMk cId="0" sldId="258"/>
        </pc:sldMkLst>
        <pc:picChg chg="mod">
          <ac:chgData name="Riseborough, Will" userId="S::wmr1crt@bolton.ac.uk::dcfe01a7-9ef0-40b2-9188-0975f78a3b3c" providerId="AD" clId="Web-{9616C49C-549D-96BC-28DD-03D810E86CA5}" dt="2026-10-21T14:39:26.084" v="70" actId="1076"/>
          <ac:picMkLst>
            <pc:docMk/>
            <pc:sldMk cId="0" sldId="258"/>
            <ac:picMk id="4" creationId="{00000000-0000-0000-0000-000000000000}"/>
          </ac:picMkLst>
        </pc:picChg>
        <pc:picChg chg="add mod">
          <ac:chgData name="Riseborough, Will" userId="S::wmr1crt@bolton.ac.uk::dcfe01a7-9ef0-40b2-9188-0975f78a3b3c" providerId="AD" clId="Web-{9616C49C-549D-96BC-28DD-03D810E86CA5}" dt="2026-10-21T14:40:24.913" v="73" actId="1076"/>
          <ac:picMkLst>
            <pc:docMk/>
            <pc:sldMk cId="0" sldId="258"/>
            <ac:picMk id="5" creationId="{A855E3A1-4081-024E-1151-07B7E169379E}"/>
          </ac:picMkLst>
        </pc:picChg>
        <pc:picChg chg="add mod">
          <ac:chgData name="Riseborough, Will" userId="S::wmr1crt@bolton.ac.uk::dcfe01a7-9ef0-40b2-9188-0975f78a3b3c" providerId="AD" clId="Web-{9616C49C-549D-96BC-28DD-03D810E86CA5}" dt="2026-10-21T14:41:02.945" v="76" actId="1076"/>
          <ac:picMkLst>
            <pc:docMk/>
            <pc:sldMk cId="0" sldId="258"/>
            <ac:picMk id="6" creationId="{3637BC9B-D702-1C27-A14E-164FB5E04EB9}"/>
          </ac:picMkLst>
        </pc:picChg>
      </pc:sldChg>
      <pc:sldChg chg="modSp add del">
        <pc:chgData name="Riseborough, Will" userId="S::wmr1crt@bolton.ac.uk::dcfe01a7-9ef0-40b2-9188-0975f78a3b3c" providerId="AD" clId="Web-{9616C49C-549D-96BC-28DD-03D810E86CA5}" dt="2026-10-21T14:34:23.718" v="46" actId="20577"/>
        <pc:sldMkLst>
          <pc:docMk/>
          <pc:sldMk cId="0" sldId="262"/>
        </pc:sldMkLst>
        <pc:spChg chg="mod">
          <ac:chgData name="Riseborough, Will" userId="S::wmr1crt@bolton.ac.uk::dcfe01a7-9ef0-40b2-9188-0975f78a3b3c" providerId="AD" clId="Web-{9616C49C-549D-96BC-28DD-03D810E86CA5}" dt="2026-10-21T14:32:03.310" v="25" actId="20577"/>
          <ac:spMkLst>
            <pc:docMk/>
            <pc:sldMk cId="0" sldId="262"/>
            <ac:spMk id="3" creationId="{00000000-0000-0000-0000-000000000000}"/>
          </ac:spMkLst>
        </pc:spChg>
        <pc:spChg chg="mod">
          <ac:chgData name="Riseborough, Will" userId="S::wmr1crt@bolton.ac.uk::dcfe01a7-9ef0-40b2-9188-0975f78a3b3c" providerId="AD" clId="Web-{9616C49C-549D-96BC-28DD-03D810E86CA5}" dt="2026-10-21T14:34:23.718" v="46" actId="20577"/>
          <ac:spMkLst>
            <pc:docMk/>
            <pc:sldMk cId="0" sldId="262"/>
            <ac:spMk id="5" creationId="{00000000-0000-0000-0000-000000000000}"/>
          </ac:spMkLst>
        </pc:spChg>
        <pc:picChg chg="mod">
          <ac:chgData name="Riseborough, Will" userId="S::wmr1crt@bolton.ac.uk::dcfe01a7-9ef0-40b2-9188-0975f78a3b3c" providerId="AD" clId="Web-{9616C49C-549D-96BC-28DD-03D810E86CA5}" dt="2026-10-21T14:32:07.325" v="26" actId="1076"/>
          <ac:picMkLst>
            <pc:docMk/>
            <pc:sldMk cId="0" sldId="262"/>
            <ac:picMk id="4" creationId="{00000000-0000-0000-0000-000000000000}"/>
          </ac:picMkLst>
        </pc:picChg>
      </pc:sldChg>
      <pc:sldChg chg="modSp add del ord replId">
        <pc:chgData name="Riseborough, Will" userId="S::wmr1crt@bolton.ac.uk::dcfe01a7-9ef0-40b2-9188-0975f78a3b3c" providerId="AD" clId="Web-{9616C49C-549D-96BC-28DD-03D810E86CA5}" dt="2026-10-21T14:33:57.030" v="37"/>
        <pc:sldMkLst>
          <pc:docMk/>
          <pc:sldMk cId="1066976326" sldId="272"/>
        </pc:sldMkLst>
      </pc:sldChg>
      <pc:sldChg chg="addSp delSp modSp add replId">
        <pc:chgData name="Riseborough, Will" userId="S::wmr1crt@bolton.ac.uk::dcfe01a7-9ef0-40b2-9188-0975f78a3b3c" providerId="AD" clId="Web-{9616C49C-549D-96BC-28DD-03D810E86CA5}" dt="2026-10-21T14:38:42.458" v="66" actId="1076"/>
        <pc:sldMkLst>
          <pc:docMk/>
          <pc:sldMk cId="1964570309" sldId="273"/>
        </pc:sldMkLst>
        <pc:spChg chg="mod">
          <ac:chgData name="Riseborough, Will" userId="S::wmr1crt@bolton.ac.uk::dcfe01a7-9ef0-40b2-9188-0975f78a3b3c" providerId="AD" clId="Web-{9616C49C-549D-96BC-28DD-03D810E86CA5}" dt="2026-10-21T14:36:33.330" v="53" actId="20577"/>
          <ac:spMkLst>
            <pc:docMk/>
            <pc:sldMk cId="1964570309" sldId="273"/>
            <ac:spMk id="3" creationId="{2DCE174E-E390-1E29-85FE-79D83A56981E}"/>
          </ac:spMkLst>
        </pc:spChg>
        <pc:spChg chg="mod">
          <ac:chgData name="Riseborough, Will" userId="S::wmr1crt@bolton.ac.uk::dcfe01a7-9ef0-40b2-9188-0975f78a3b3c" providerId="AD" clId="Web-{9616C49C-549D-96BC-28DD-03D810E86CA5}" dt="2026-10-21T14:38:42.458" v="66" actId="1076"/>
          <ac:spMkLst>
            <pc:docMk/>
            <pc:sldMk cId="1964570309" sldId="273"/>
            <ac:spMk id="5" creationId="{C6463612-0A88-2E97-A33C-6A0F23FFF794}"/>
          </ac:spMkLst>
        </pc:spChg>
        <pc:picChg chg="add mod">
          <ac:chgData name="Riseborough, Will" userId="S::wmr1crt@bolton.ac.uk::dcfe01a7-9ef0-40b2-9188-0975f78a3b3c" providerId="AD" clId="Web-{9616C49C-549D-96BC-28DD-03D810E86CA5}" dt="2026-10-21T14:38:16.082" v="64" actId="1076"/>
          <ac:picMkLst>
            <pc:docMk/>
            <pc:sldMk cId="1964570309" sldId="273"/>
            <ac:picMk id="6" creationId="{5A6CC84D-78D6-0F16-0918-FF2EE548859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54BB3D-1AEB-412F-AD37-BC5AB6A5D0FC}" type="datetimeFigureOut">
              <a:t>10/23/2026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2E9E47-DF6A-4F54-9C29-4C97CE6A0E1B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11336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1ABAB-D34A-B999-7137-5999F5346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C53A0F-9D68-0ABF-13EF-AB410CF91D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C3432F-0607-5B53-6339-08098C373A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45CF70-AA56-3BC1-C861-C291B1C400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0552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FC426F-6EBA-DB8A-C02A-5C5903F9B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B7CB67-6D7B-99C4-4768-EDBCB380E6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4191DE-804E-36DF-3506-E06BAFE87D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689493-1784-79AD-8985-2A37CA0EE6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3699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2396" y="1040025"/>
            <a:ext cx="11886903" cy="7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54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Team 2 Presentation</a:t>
            </a:r>
            <a:endParaRPr lang="en-US" sz="5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396" y="1958380"/>
            <a:ext cx="6095848" cy="3429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2396" y="5587405"/>
            <a:ext cx="12039299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5000"/>
              </a:lnSpc>
            </a:pPr>
            <a:r>
              <a:rPr lang="en-US" sz="1400">
                <a:solidFill>
                  <a:schemeClr val="bg1">
                    <a:lumMod val="49000"/>
                  </a:schemeClr>
                </a:solidFill>
                <a:latin typeface="Inter"/>
                <a:ea typeface="Inter"/>
              </a:rPr>
              <a:t>Amin, Shamel, Patryk, William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6678" cy="6858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152396" y="155219"/>
            <a:ext cx="457188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Storing builds in SQL</a:t>
            </a:r>
            <a:endParaRPr lang="en-US" sz="3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396" y="809625"/>
            <a:ext cx="4571886" cy="25717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263" y="609600"/>
            <a:ext cx="6705432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were tasked with building 12 workstations for staff across 4 roles.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263" y="1076325"/>
            <a:ext cx="6095848" cy="919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Selected components using buildcore.com</a:t>
            </a:r>
            <a:endParaRPr lang="en-US" sz="1400" dirty="0"/>
          </a:p>
          <a:p>
            <a:pPr marL="284480" indent="-284480" algn="l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Stored the final builds in a SQL database</a:t>
            </a:r>
            <a:endParaRPr lang="en-US" sz="1400" dirty="0"/>
          </a:p>
          <a:p>
            <a:pPr marL="284480" indent="-284480" algn="l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Logged each build with its justification in a document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6678" cy="6858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152396" y="155219"/>
            <a:ext cx="457188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3000">
                <a:solidFill>
                  <a:srgbClr val="FFFFFF"/>
                </a:solidFill>
                <a:latin typeface="Inter SemiBold"/>
                <a:ea typeface="Inter SemiBold"/>
              </a:rPr>
              <a:t>SQL Demonstration</a:t>
            </a:r>
            <a:endParaRPr lang="en-US" sz="3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21" y="732503"/>
            <a:ext cx="4719332" cy="4274575"/>
          </a:xfrm>
          <a:prstGeom prst="rect">
            <a:avLst/>
          </a:prstGeom>
        </p:spPr>
      </p:pic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A855E3A1-4081-024E-1151-07B7E16937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4923" y="379463"/>
            <a:ext cx="6092928" cy="2805267"/>
          </a:xfrm>
          <a:prstGeom prst="rect">
            <a:avLst/>
          </a:prstGeom>
        </p:spPr>
      </p:pic>
      <p:pic>
        <p:nvPicPr>
          <p:cNvPr id="6" name="Picture 5" descr="A close-up of a list of text&#10;&#10;AI-generated content may be incorrect.">
            <a:extLst>
              <a:ext uri="{FF2B5EF4-FFF2-40B4-BE49-F238E27FC236}">
                <a16:creationId xmlns:a16="http://schemas.microsoft.com/office/drawing/2014/main" id="{3637BC9B-D702-1C27-A14E-164FB5E04E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9686" y="4175483"/>
            <a:ext cx="6009661" cy="97738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6678" cy="6858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152396" y="155219"/>
            <a:ext cx="457188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Flowgorithm</a:t>
            </a:r>
            <a:endParaRPr lang="en-US" sz="3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396" y="809625"/>
            <a:ext cx="4571886" cy="25717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263" y="611285"/>
            <a:ext cx="6095848" cy="365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The task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5486263" y="1175345"/>
            <a:ext cx="6095848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Outlined the task and the workflow we needed to model in Flowgorithm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6678" cy="6858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152396" y="155219"/>
            <a:ext cx="457188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3000" dirty="0">
                <a:solidFill>
                  <a:srgbClr val="FFFFFF"/>
                </a:solidFill>
                <a:latin typeface="Inter SemiBold"/>
                <a:ea typeface="Inter SemiBold"/>
                <a:cs typeface="Inter SemiBold" pitchFamily="34" charset="-120"/>
              </a:rPr>
              <a:t>Evidence and </a:t>
            </a:r>
            <a:endParaRPr lang="en-US" sz="3000" dirty="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r>
              <a:rPr lang="en-US" sz="3000">
                <a:solidFill>
                  <a:srgbClr val="FFFFFF"/>
                </a:solidFill>
                <a:latin typeface="Inter SemiBold"/>
                <a:ea typeface="Inter SemiBold"/>
                <a:cs typeface="Inter SemiBold" pitchFamily="34" charset="-120"/>
              </a:rPr>
              <a:t>Demonstration</a:t>
            </a:r>
            <a:endParaRPr lang="en-US" sz="3000">
              <a:ea typeface="Calibri"/>
              <a:cs typeface="Calibri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396" y="1043305"/>
            <a:ext cx="4571886" cy="25717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263" y="609600"/>
            <a:ext cx="6705432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5000"/>
              </a:lnSpc>
              <a:buSzPct val="100000"/>
            </a:pPr>
            <a:r>
              <a:rPr lang="en-US" sz="1400" dirty="0">
                <a:solidFill>
                  <a:srgbClr val="1F2937"/>
                </a:solidFill>
                <a:latin typeface="Inter"/>
                <a:ea typeface="Inter"/>
                <a:cs typeface="Inter" pitchFamily="34" charset="-120"/>
              </a:rPr>
              <a:t>Screenshots and results from the </a:t>
            </a:r>
            <a:r>
              <a:rPr lang="en-US" sz="1400" dirty="0" err="1">
                <a:solidFill>
                  <a:srgbClr val="1F2937"/>
                </a:solidFill>
                <a:latin typeface="Inter"/>
                <a:ea typeface="Inter"/>
                <a:cs typeface="Inter" pitchFamily="34" charset="-120"/>
              </a:rPr>
              <a:t>Flowgorithm</a:t>
            </a:r>
            <a:endParaRPr lang="en-US" sz="1400" dirty="0" err="1"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6678" cy="6858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152396" y="155219"/>
            <a:ext cx="457188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Setting up the network</a:t>
            </a:r>
            <a:endParaRPr lang="en-US" sz="3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396" y="809625"/>
            <a:ext cx="4571886" cy="25717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263" y="609600"/>
            <a:ext cx="6095848" cy="1266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spcAft>
                <a:spcPts val="155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Building on our custom PC builds, we created and tested a network for the business.</a:t>
            </a: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goal was a working network that lets the built PCs communicate with local and remote servers.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6678" cy="6858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152396" y="155219"/>
            <a:ext cx="457188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How we approached the network</a:t>
            </a:r>
            <a:endParaRPr lang="en-US" sz="3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396" y="1266825"/>
            <a:ext cx="4571886" cy="25717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263" y="609600"/>
            <a:ext cx="6705432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created a local LAN with: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263" y="1076325"/>
            <a:ext cx="6095848" cy="15732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shared IP range</a:t>
            </a:r>
            <a:endParaRPr lang="en-US" sz="1400" dirty="0"/>
          </a:p>
          <a:p>
            <a:pPr marL="284480" indent="-284480" algn="l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router</a:t>
            </a:r>
            <a:endParaRPr lang="en-US" sz="1400" dirty="0"/>
          </a:p>
          <a:p>
            <a:pPr marL="284480" indent="-284480" algn="l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DNS server</a:t>
            </a:r>
            <a:endParaRPr lang="en-US" sz="1400" dirty="0"/>
          </a:p>
          <a:p>
            <a:pPr marL="284480" indent="-284480" algn="l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local server</a:t>
            </a:r>
            <a:endParaRPr lang="en-US" sz="1400" dirty="0"/>
          </a:p>
          <a:p>
            <a:pPr marL="284480" indent="-284480" algn="l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WAN server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6E2431-132E-6749-65DF-897142666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8026A4D-81BB-8D2B-D55C-5AB389EDC167}"/>
              </a:ext>
            </a:extLst>
          </p:cNvPr>
          <p:cNvSpPr/>
          <p:nvPr/>
        </p:nvSpPr>
        <p:spPr>
          <a:xfrm>
            <a:off x="0" y="0"/>
            <a:ext cx="4876678" cy="6858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20E5135-F045-E102-5B40-D6E2F54A880E}"/>
              </a:ext>
            </a:extLst>
          </p:cNvPr>
          <p:cNvSpPr/>
          <p:nvPr/>
        </p:nvSpPr>
        <p:spPr>
          <a:xfrm>
            <a:off x="152396" y="155219"/>
            <a:ext cx="457188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3000" dirty="0">
                <a:solidFill>
                  <a:srgbClr val="FFFFFF"/>
                </a:solidFill>
                <a:latin typeface="Inter SemiBold"/>
                <a:ea typeface="Inter SemiBold"/>
                <a:cs typeface="Inter SemiBold" pitchFamily="34" charset="-120"/>
              </a:rPr>
              <a:t>Evidence and </a:t>
            </a:r>
            <a:endParaRPr lang="en-US" sz="3000" dirty="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r>
              <a:rPr lang="en-US" sz="3000">
                <a:solidFill>
                  <a:srgbClr val="FFFFFF"/>
                </a:solidFill>
                <a:latin typeface="Inter SemiBold"/>
                <a:ea typeface="Inter SemiBold"/>
                <a:cs typeface="Inter SemiBold" pitchFamily="34" charset="-120"/>
              </a:rPr>
              <a:t>Demonstration</a:t>
            </a:r>
            <a:endParaRPr lang="en-US" sz="3000">
              <a:ea typeface="Calibri"/>
              <a:cs typeface="Calibri"/>
            </a:endParaRPr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37955C0A-775C-67FF-8125-5C34518CB5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396" y="1043305"/>
            <a:ext cx="4571886" cy="2571750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2A91789D-73DE-F8E4-4643-F88A43BF5E30}"/>
              </a:ext>
            </a:extLst>
          </p:cNvPr>
          <p:cNvSpPr/>
          <p:nvPr/>
        </p:nvSpPr>
        <p:spPr>
          <a:xfrm>
            <a:off x="5486263" y="609600"/>
            <a:ext cx="6705432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4480" indent="-284480" algn="l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Screenshots and results from the build and network tests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0669763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6678" cy="6858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152396" y="155219"/>
            <a:ext cx="457188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Cybersecurity report</a:t>
            </a:r>
            <a:endParaRPr lang="en-US" sz="3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396" y="809625"/>
            <a:ext cx="4571886" cy="25717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263" y="609600"/>
            <a:ext cx="6095848" cy="222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General overview</a:t>
            </a:r>
            <a:endParaRPr lang="en-US" sz="1400" dirty="0"/>
          </a:p>
          <a:p>
            <a:pPr marL="284480" indent="-284480" algn="l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Password hygiene</a:t>
            </a:r>
            <a:endParaRPr lang="en-US" sz="1400" dirty="0"/>
          </a:p>
          <a:p>
            <a:pPr marL="284480" indent="-284480" algn="l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Two-factor and multi-factor authentication</a:t>
            </a:r>
            <a:endParaRPr lang="en-US" sz="1400" dirty="0"/>
          </a:p>
          <a:p>
            <a:pPr marL="284480" indent="-284480" algn="l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Phishing and social engineering</a:t>
            </a:r>
            <a:endParaRPr lang="en-US" sz="1400" dirty="0"/>
          </a:p>
          <a:p>
            <a:pPr marL="284480" indent="-284480" algn="l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 use of devices</a:t>
            </a:r>
            <a:endParaRPr lang="en-US" sz="1400" dirty="0"/>
          </a:p>
          <a:p>
            <a:pPr marL="284480" indent="-284480" algn="l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 use of public Wi-Fi</a:t>
            </a:r>
            <a:endParaRPr lang="en-US" sz="1400" dirty="0"/>
          </a:p>
          <a:p>
            <a:pPr marL="284480" indent="-284480" algn="l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of AI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6678" cy="6858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152396" y="155219"/>
            <a:ext cx="457188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Password hygiene</a:t>
            </a:r>
            <a:endParaRPr lang="en-US" sz="3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396" y="809625"/>
            <a:ext cx="4571886" cy="25717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263" y="609600"/>
            <a:ext cx="6095848" cy="1246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long, unique passphrases for every account</a:t>
            </a:r>
            <a:endParaRPr lang="en-US" sz="1400" dirty="0"/>
          </a:p>
          <a:p>
            <a:pPr marL="284480" indent="-284480" algn="l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Never reuse a password across services</a:t>
            </a:r>
            <a:endParaRPr lang="en-US" sz="1400" dirty="0"/>
          </a:p>
          <a:p>
            <a:pPr marL="284480" indent="-284480" algn="l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 passwords in a reputable password manager</a:t>
            </a:r>
            <a:endParaRPr lang="en-US" sz="1400" dirty="0"/>
          </a:p>
          <a:p>
            <a:pPr marL="284480" indent="-284480" algn="l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Change any password immediately after a suspected breach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6678" cy="6858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152396" y="155219"/>
            <a:ext cx="457188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Two-factor and multi-factor authentication</a:t>
            </a:r>
            <a:endParaRPr lang="en-US" sz="3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396" y="1266825"/>
            <a:ext cx="4571886" cy="25717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143363" y="1714500"/>
            <a:ext cx="6705432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Identification factors:</a:t>
            </a:r>
            <a:endParaRPr lang="en-US" sz="1400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B781541-0845-3206-3C42-2882FF43C1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0429765"/>
              </p:ext>
            </p:extLst>
          </p:nvPr>
        </p:nvGraphicFramePr>
        <p:xfrm>
          <a:off x="5143500" y="2219325"/>
          <a:ext cx="6701334" cy="2879019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33778">
                  <a:extLst>
                    <a:ext uri="{9D8B030D-6E8A-4147-A177-3AD203B41FA5}">
                      <a16:colId xmlns:a16="http://schemas.microsoft.com/office/drawing/2014/main" val="1617328727"/>
                    </a:ext>
                  </a:extLst>
                </a:gridCol>
                <a:gridCol w="2233778">
                  <a:extLst>
                    <a:ext uri="{9D8B030D-6E8A-4147-A177-3AD203B41FA5}">
                      <a16:colId xmlns:a16="http://schemas.microsoft.com/office/drawing/2014/main" val="4029484892"/>
                    </a:ext>
                  </a:extLst>
                </a:gridCol>
                <a:gridCol w="2233778">
                  <a:extLst>
                    <a:ext uri="{9D8B030D-6E8A-4147-A177-3AD203B41FA5}">
                      <a16:colId xmlns:a16="http://schemas.microsoft.com/office/drawing/2014/main" val="2181404503"/>
                    </a:ext>
                  </a:extLst>
                </a:gridCol>
              </a:tblGrid>
              <a:tr h="411288">
                <a:tc>
                  <a:txBody>
                    <a:bodyPr/>
                    <a:lstStyle/>
                    <a:p>
                      <a:pPr rtl="0" fontAlgn="t">
                        <a:spcAft>
                          <a:spcPts val="2400"/>
                        </a:spcAft>
                        <a:buNone/>
                      </a:pPr>
                      <a:r>
                        <a:rPr lang="en-GB" sz="1100" b="1">
                          <a:effectLst/>
                          <a:latin typeface="Arial" panose="020B0604020202020204" pitchFamily="34" charset="0"/>
                        </a:rPr>
                        <a:t>Category</a:t>
                      </a:r>
                      <a:endParaRPr lang="en-GB">
                        <a:effectLst/>
                      </a:endParaRPr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2400"/>
                        </a:spcAft>
                        <a:buNone/>
                      </a:pPr>
                      <a:r>
                        <a:rPr lang="en-GB" sz="1100" b="1">
                          <a:effectLst/>
                          <a:latin typeface="Arial" panose="020B0604020202020204" pitchFamily="34" charset="0"/>
                        </a:rPr>
                        <a:t>Description</a:t>
                      </a:r>
                      <a:endParaRPr lang="en-GB">
                        <a:effectLst/>
                      </a:endParaRPr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2400"/>
                        </a:spcAft>
                        <a:buNone/>
                      </a:pPr>
                      <a:r>
                        <a:rPr lang="en-GB" sz="1100" b="1">
                          <a:effectLst/>
                          <a:latin typeface="Arial" panose="020B0604020202020204" pitchFamily="34" charset="0"/>
                        </a:rPr>
                        <a:t>Examples</a:t>
                      </a:r>
                      <a:endParaRPr lang="en-GB">
                        <a:effectLst/>
                      </a:endParaRPr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7574285"/>
                  </a:ext>
                </a:extLst>
              </a:tr>
              <a:tr h="822577">
                <a:tc>
                  <a:txBody>
                    <a:bodyPr/>
                    <a:lstStyle/>
                    <a:p>
                      <a:pPr rtl="0" fontAlgn="t">
                        <a:spcAft>
                          <a:spcPts val="2400"/>
                        </a:spcAft>
                        <a:buNone/>
                      </a:pPr>
                      <a:r>
                        <a:rPr lang="en-GB" sz="1100" b="1">
                          <a:effectLst/>
                          <a:latin typeface="Arial" panose="020B0604020202020204" pitchFamily="34" charset="0"/>
                        </a:rPr>
                        <a:t>Something You Know</a:t>
                      </a:r>
                      <a:endParaRPr lang="en-GB">
                        <a:effectLst/>
                      </a:endParaRPr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2400"/>
                        </a:spcAft>
                        <a:buNone/>
                      </a:pPr>
                      <a:r>
                        <a:rPr lang="en-GB" sz="1100">
                          <a:effectLst/>
                          <a:latin typeface="Arial"/>
                        </a:rPr>
                        <a:t>Secrets stored in memory </a:t>
                      </a:r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2400"/>
                        </a:spcAft>
                        <a:buNone/>
                      </a:pPr>
                      <a:r>
                        <a:rPr lang="en-GB" sz="1100">
                          <a:effectLst/>
                          <a:latin typeface="Arial"/>
                        </a:rPr>
                        <a:t>Passwords, PINs, security questions </a:t>
                      </a:r>
                      <a:endParaRPr lang="en-GB">
                        <a:effectLst/>
                        <a:latin typeface="Arial"/>
                      </a:endParaRPr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3771379"/>
                  </a:ext>
                </a:extLst>
              </a:tr>
              <a:tr h="822577">
                <a:tc>
                  <a:txBody>
                    <a:bodyPr/>
                    <a:lstStyle/>
                    <a:p>
                      <a:pPr rtl="0" fontAlgn="t">
                        <a:spcAft>
                          <a:spcPts val="2400"/>
                        </a:spcAft>
                        <a:buNone/>
                      </a:pPr>
                      <a:r>
                        <a:rPr lang="en-GB" sz="1100" b="1">
                          <a:effectLst/>
                          <a:latin typeface="Arial" panose="020B0604020202020204" pitchFamily="34" charset="0"/>
                        </a:rPr>
                        <a:t>Something You Have</a:t>
                      </a:r>
                      <a:endParaRPr lang="en-GB">
                        <a:effectLst/>
                      </a:endParaRPr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2400"/>
                        </a:spcAft>
                        <a:buNone/>
                      </a:pPr>
                      <a:r>
                        <a:rPr lang="en-GB" sz="1100">
                          <a:effectLst/>
                          <a:latin typeface="Arial"/>
                        </a:rPr>
                        <a:t>Physical or digital devices owned </a:t>
                      </a:r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2400"/>
                        </a:spcAft>
                        <a:buNone/>
                      </a:pPr>
                      <a:r>
                        <a:rPr lang="en-GB" sz="1100">
                          <a:effectLst/>
                          <a:latin typeface="Arial"/>
                        </a:rPr>
                        <a:t>Hardware keys, TOTP apps, SMS/email codes </a:t>
                      </a:r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1900105"/>
                  </a:ext>
                </a:extLst>
              </a:tr>
              <a:tr h="822577">
                <a:tc>
                  <a:txBody>
                    <a:bodyPr/>
                    <a:lstStyle/>
                    <a:p>
                      <a:pPr rtl="0" fontAlgn="t">
                        <a:spcAft>
                          <a:spcPts val="2400"/>
                        </a:spcAft>
                        <a:buNone/>
                      </a:pPr>
                      <a:r>
                        <a:rPr lang="en-GB" sz="1100" b="1">
                          <a:effectLst/>
                          <a:latin typeface="Arial" panose="020B0604020202020204" pitchFamily="34" charset="0"/>
                        </a:rPr>
                        <a:t>Something You Are</a:t>
                      </a:r>
                      <a:endParaRPr lang="en-GB">
                        <a:effectLst/>
                      </a:endParaRPr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2400"/>
                        </a:spcAft>
                        <a:buNone/>
                      </a:pPr>
                      <a:r>
                        <a:rPr lang="en-GB" sz="1100">
                          <a:effectLst/>
                          <a:latin typeface="Arial"/>
                        </a:rPr>
                        <a:t>Biometric characteristics </a:t>
                      </a:r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2400"/>
                        </a:spcAft>
                        <a:buNone/>
                      </a:pPr>
                      <a:r>
                        <a:rPr lang="en-GB" sz="1100">
                          <a:effectLst/>
                          <a:latin typeface="Arial"/>
                        </a:rPr>
                        <a:t>Fingerprints, facial scans, iris scans </a:t>
                      </a:r>
                      <a:endParaRPr lang="en-GB">
                        <a:effectLst/>
                        <a:latin typeface="Arial"/>
                      </a:endParaRPr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994839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6678" cy="6858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152396" y="155219"/>
            <a:ext cx="457188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Implementation methods</a:t>
            </a:r>
            <a:endParaRPr lang="en-US" sz="3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396" y="1266825"/>
            <a:ext cx="4571886" cy="25717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990963" y="1448356"/>
            <a:ext cx="6705432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Flaws and benefits of each method</a:t>
            </a:r>
            <a:endParaRPr lang="en-US" sz="1400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7DFA0EF-E14D-6A52-ED89-354AFC90C1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0087980"/>
              </p:ext>
            </p:extLst>
          </p:nvPr>
        </p:nvGraphicFramePr>
        <p:xfrm>
          <a:off x="4991100" y="1819275"/>
          <a:ext cx="6909888" cy="3684929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151648">
                  <a:extLst>
                    <a:ext uri="{9D8B030D-6E8A-4147-A177-3AD203B41FA5}">
                      <a16:colId xmlns:a16="http://schemas.microsoft.com/office/drawing/2014/main" val="4209453381"/>
                    </a:ext>
                  </a:extLst>
                </a:gridCol>
                <a:gridCol w="1151648">
                  <a:extLst>
                    <a:ext uri="{9D8B030D-6E8A-4147-A177-3AD203B41FA5}">
                      <a16:colId xmlns:a16="http://schemas.microsoft.com/office/drawing/2014/main" val="4262101421"/>
                    </a:ext>
                  </a:extLst>
                </a:gridCol>
                <a:gridCol w="1151648">
                  <a:extLst>
                    <a:ext uri="{9D8B030D-6E8A-4147-A177-3AD203B41FA5}">
                      <a16:colId xmlns:a16="http://schemas.microsoft.com/office/drawing/2014/main" val="2808700506"/>
                    </a:ext>
                  </a:extLst>
                </a:gridCol>
                <a:gridCol w="1151648">
                  <a:extLst>
                    <a:ext uri="{9D8B030D-6E8A-4147-A177-3AD203B41FA5}">
                      <a16:colId xmlns:a16="http://schemas.microsoft.com/office/drawing/2014/main" val="514819941"/>
                    </a:ext>
                  </a:extLst>
                </a:gridCol>
                <a:gridCol w="1151648">
                  <a:extLst>
                    <a:ext uri="{9D8B030D-6E8A-4147-A177-3AD203B41FA5}">
                      <a16:colId xmlns:a16="http://schemas.microsoft.com/office/drawing/2014/main" val="3923859981"/>
                    </a:ext>
                  </a:extLst>
                </a:gridCol>
                <a:gridCol w="1151648">
                  <a:extLst>
                    <a:ext uri="{9D8B030D-6E8A-4147-A177-3AD203B41FA5}">
                      <a16:colId xmlns:a16="http://schemas.microsoft.com/office/drawing/2014/main" val="260127717"/>
                    </a:ext>
                  </a:extLst>
                </a:gridCol>
              </a:tblGrid>
              <a:tr h="669022">
                <a:tc>
                  <a:txBody>
                    <a:bodyPr/>
                    <a:lstStyle/>
                    <a:p>
                      <a:pPr rtl="0" fontAlgn="t">
                        <a:spcAft>
                          <a:spcPts val="2400"/>
                        </a:spcAft>
                        <a:buNone/>
                      </a:pPr>
                      <a:r>
                        <a:rPr lang="en-GB" sz="1100" b="1">
                          <a:effectLst/>
                          <a:latin typeface="Arial" panose="020B0604020202020204" pitchFamily="34" charset="0"/>
                        </a:rPr>
                        <a:t>Method</a:t>
                      </a:r>
                      <a:endParaRPr lang="en-GB">
                        <a:effectLst/>
                      </a:endParaRPr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2400"/>
                        </a:spcAft>
                        <a:buNone/>
                      </a:pPr>
                      <a:r>
                        <a:rPr lang="en-GB" sz="1100" b="1">
                          <a:effectLst/>
                          <a:latin typeface="Arial" panose="020B0604020202020204" pitchFamily="34" charset="0"/>
                        </a:rPr>
                        <a:t>Primary Category</a:t>
                      </a:r>
                      <a:endParaRPr lang="en-GB">
                        <a:effectLst/>
                      </a:endParaRPr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2400"/>
                        </a:spcAft>
                        <a:buNone/>
                      </a:pPr>
                      <a:r>
                        <a:rPr lang="en-GB" sz="1100" b="1">
                          <a:effectLst/>
                          <a:latin typeface="Arial" panose="020B0604020202020204" pitchFamily="34" charset="0"/>
                        </a:rPr>
                        <a:t>Phishing-Resistant?</a:t>
                      </a:r>
                      <a:endParaRPr lang="en-GB">
                        <a:effectLst/>
                      </a:endParaRPr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2400"/>
                        </a:spcAft>
                        <a:buNone/>
                      </a:pPr>
                      <a:r>
                        <a:rPr lang="en-GB" sz="1100" b="1">
                          <a:effectLst/>
                          <a:latin typeface="Arial" panose="020B0604020202020204" pitchFamily="34" charset="0"/>
                        </a:rPr>
                        <a:t>Vulnerable to SIM-Swapping?</a:t>
                      </a:r>
                      <a:endParaRPr lang="en-GB">
                        <a:effectLst/>
                      </a:endParaRPr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2400"/>
                        </a:spcAft>
                        <a:buNone/>
                      </a:pPr>
                      <a:r>
                        <a:rPr lang="en-GB" sz="1100" b="1">
                          <a:effectLst/>
                          <a:latin typeface="Arial" panose="020B0604020202020204" pitchFamily="34" charset="0"/>
                        </a:rPr>
                        <a:t>Key Advantage</a:t>
                      </a:r>
                      <a:endParaRPr lang="en-GB">
                        <a:effectLst/>
                      </a:endParaRPr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2400"/>
                        </a:spcAft>
                        <a:buNone/>
                      </a:pPr>
                      <a:r>
                        <a:rPr lang="en-GB" sz="1100" b="1">
                          <a:effectLst/>
                          <a:latin typeface="Arial" panose="020B0604020202020204" pitchFamily="34" charset="0"/>
                        </a:rPr>
                        <a:t>Key Vulnerability</a:t>
                      </a:r>
                      <a:endParaRPr lang="en-GB">
                        <a:effectLst/>
                      </a:endParaRPr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4160464"/>
                  </a:ext>
                </a:extLst>
              </a:tr>
              <a:tr h="923887">
                <a:tc>
                  <a:txBody>
                    <a:bodyPr/>
                    <a:lstStyle/>
                    <a:p>
                      <a:pPr rtl="0" fontAlgn="t">
                        <a:spcAft>
                          <a:spcPts val="2400"/>
                        </a:spcAft>
                        <a:buNone/>
                      </a:pPr>
                      <a:r>
                        <a:rPr lang="en-GB" sz="1100" b="1">
                          <a:effectLst/>
                          <a:latin typeface="Arial" panose="020B0604020202020204" pitchFamily="34" charset="0"/>
                        </a:rPr>
                        <a:t>SMS Passcodes</a:t>
                      </a:r>
                      <a:endParaRPr lang="en-GB">
                        <a:effectLst/>
                      </a:endParaRPr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2400"/>
                        </a:spcAft>
                        <a:buNone/>
                      </a:pPr>
                      <a:r>
                        <a:rPr lang="en-GB" sz="1100">
                          <a:effectLst/>
                          <a:latin typeface="Arial" panose="020B0604020202020204" pitchFamily="34" charset="0"/>
                        </a:rPr>
                        <a:t>Something You Have</a:t>
                      </a:r>
                      <a:endParaRPr lang="en-GB">
                        <a:effectLst/>
                      </a:endParaRPr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2400"/>
                        </a:spcAft>
                        <a:buNone/>
                      </a:pPr>
                      <a:r>
                        <a:rPr lang="en-GB" sz="1100">
                          <a:effectLst/>
                          <a:latin typeface="Arial" panose="020B0604020202020204" pitchFamily="34" charset="0"/>
                        </a:rPr>
                        <a:t>No</a:t>
                      </a:r>
                      <a:endParaRPr lang="en-GB">
                        <a:effectLst/>
                      </a:endParaRPr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2400"/>
                        </a:spcAft>
                        <a:buNone/>
                      </a:pPr>
                      <a:r>
                        <a:rPr lang="en-GB" sz="1100">
                          <a:effectLst/>
                          <a:latin typeface="Arial" panose="020B0604020202020204" pitchFamily="34" charset="0"/>
                        </a:rPr>
                        <a:t>Yes</a:t>
                      </a:r>
                      <a:endParaRPr lang="en-GB">
                        <a:effectLst/>
                      </a:endParaRPr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2400"/>
                        </a:spcAft>
                        <a:buNone/>
                      </a:pPr>
                      <a:r>
                        <a:rPr lang="en-GB" sz="1100">
                          <a:effectLst/>
                          <a:latin typeface="Arial"/>
                        </a:rPr>
                        <a:t>High convenience </a:t>
                      </a:r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2400"/>
                        </a:spcAft>
                        <a:buNone/>
                      </a:pPr>
                      <a:r>
                        <a:rPr lang="en-GB" sz="1100">
                          <a:effectLst/>
                          <a:latin typeface="Arial"/>
                        </a:rPr>
                        <a:t>SIM-swapping, phishing </a:t>
                      </a:r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0302460"/>
                  </a:ext>
                </a:extLst>
              </a:tr>
              <a:tr h="1083177">
                <a:tc>
                  <a:txBody>
                    <a:bodyPr/>
                    <a:lstStyle/>
                    <a:p>
                      <a:pPr rtl="0" fontAlgn="t">
                        <a:spcAft>
                          <a:spcPts val="2400"/>
                        </a:spcAft>
                        <a:buNone/>
                      </a:pPr>
                      <a:r>
                        <a:rPr lang="en-GB" sz="1100" b="1">
                          <a:effectLst/>
                          <a:latin typeface="Arial" panose="020B0604020202020204" pitchFamily="34" charset="0"/>
                        </a:rPr>
                        <a:t>TOTP Apps</a:t>
                      </a:r>
                      <a:endParaRPr lang="en-GB">
                        <a:effectLst/>
                      </a:endParaRPr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2400"/>
                        </a:spcAft>
                        <a:buNone/>
                      </a:pPr>
                      <a:r>
                        <a:rPr lang="en-GB" sz="1100">
                          <a:effectLst/>
                          <a:latin typeface="Arial" panose="020B0604020202020204" pitchFamily="34" charset="0"/>
                        </a:rPr>
                        <a:t>Something You Have</a:t>
                      </a:r>
                      <a:endParaRPr lang="en-GB">
                        <a:effectLst/>
                      </a:endParaRPr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2400"/>
                        </a:spcAft>
                        <a:buNone/>
                      </a:pPr>
                      <a:r>
                        <a:rPr lang="en-GB" sz="1100">
                          <a:effectLst/>
                          <a:latin typeface="Arial" panose="020B0604020202020204" pitchFamily="34" charset="0"/>
                        </a:rPr>
                        <a:t>No</a:t>
                      </a:r>
                      <a:endParaRPr lang="en-GB">
                        <a:effectLst/>
                      </a:endParaRPr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2400"/>
                        </a:spcAft>
                        <a:buNone/>
                      </a:pPr>
                      <a:r>
                        <a:rPr lang="en-GB" sz="1100">
                          <a:effectLst/>
                          <a:latin typeface="Arial" panose="020B0604020202020204" pitchFamily="34" charset="0"/>
                        </a:rPr>
                        <a:t>No</a:t>
                      </a:r>
                      <a:endParaRPr lang="en-GB">
                        <a:effectLst/>
                      </a:endParaRPr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2400"/>
                        </a:spcAft>
                        <a:buNone/>
                      </a:pPr>
                      <a:r>
                        <a:rPr lang="en-GB" sz="1100">
                          <a:effectLst/>
                          <a:latin typeface="Arial"/>
                        </a:rPr>
                        <a:t>Works offline without signal </a:t>
                      </a:r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2400"/>
                        </a:spcAft>
                        <a:buNone/>
                      </a:pPr>
                      <a:r>
                        <a:rPr lang="en-GB" sz="1100">
                          <a:effectLst/>
                          <a:latin typeface="Arial"/>
                        </a:rPr>
                        <a:t>Real-time phishing sites </a:t>
                      </a:r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6821785"/>
                  </a:ext>
                </a:extLst>
              </a:tr>
              <a:tr h="1008843">
                <a:tc>
                  <a:txBody>
                    <a:bodyPr/>
                    <a:lstStyle/>
                    <a:p>
                      <a:pPr rtl="0" fontAlgn="t">
                        <a:spcAft>
                          <a:spcPts val="2400"/>
                        </a:spcAft>
                        <a:buNone/>
                      </a:pPr>
                      <a:r>
                        <a:rPr lang="en-GB" sz="1100" b="1">
                          <a:effectLst/>
                          <a:latin typeface="Arial" panose="020B0604020202020204" pitchFamily="34" charset="0"/>
                        </a:rPr>
                        <a:t>Hardware Keys</a:t>
                      </a:r>
                      <a:endParaRPr lang="en-GB">
                        <a:effectLst/>
                      </a:endParaRPr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2400"/>
                        </a:spcAft>
                        <a:buNone/>
                      </a:pPr>
                      <a:r>
                        <a:rPr lang="en-GB" sz="1100">
                          <a:effectLst/>
                          <a:latin typeface="Arial" panose="020B0604020202020204" pitchFamily="34" charset="0"/>
                        </a:rPr>
                        <a:t>Something You Have</a:t>
                      </a:r>
                      <a:endParaRPr lang="en-GB">
                        <a:effectLst/>
                      </a:endParaRPr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2400"/>
                        </a:spcAft>
                        <a:buNone/>
                      </a:pPr>
                      <a:r>
                        <a:rPr lang="en-GB" sz="1100">
                          <a:effectLst/>
                          <a:latin typeface="Arial" panose="020B0604020202020204" pitchFamily="34" charset="0"/>
                        </a:rPr>
                        <a:t>Yes</a:t>
                      </a:r>
                      <a:endParaRPr lang="en-GB">
                        <a:effectLst/>
                      </a:endParaRPr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2400"/>
                        </a:spcAft>
                        <a:buNone/>
                      </a:pPr>
                      <a:r>
                        <a:rPr lang="en-GB" sz="1100">
                          <a:effectLst/>
                          <a:latin typeface="Arial" panose="020B0604020202020204" pitchFamily="34" charset="0"/>
                        </a:rPr>
                        <a:t>No</a:t>
                      </a:r>
                      <a:endParaRPr lang="en-GB">
                        <a:effectLst/>
                      </a:endParaRPr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2400"/>
                        </a:spcAft>
                        <a:buNone/>
                      </a:pPr>
                      <a:r>
                        <a:rPr lang="en-GB" sz="1100">
                          <a:effectLst/>
                          <a:latin typeface="Arial"/>
                        </a:rPr>
                        <a:t>Phishing-resistant security </a:t>
                      </a:r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2400"/>
                        </a:spcAft>
                        <a:buNone/>
                      </a:pPr>
                      <a:r>
                        <a:rPr lang="en-GB" sz="1100">
                          <a:effectLst/>
                          <a:latin typeface="Arial"/>
                        </a:rPr>
                        <a:t>Losing the physical key </a:t>
                      </a:r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620736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6678" cy="6858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152396" y="155219"/>
            <a:ext cx="457188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Phishing and social engineering</a:t>
            </a:r>
            <a:endParaRPr lang="en-US" sz="3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396" y="1266825"/>
            <a:ext cx="4571886" cy="25717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263" y="609600"/>
            <a:ext cx="6095848" cy="1246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Verify unexpected requests through a second channel</a:t>
            </a:r>
            <a:endParaRPr lang="en-US" sz="1400" dirty="0"/>
          </a:p>
          <a:p>
            <a:pPr marL="284480" indent="-284480" algn="l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 sender addresses and links before clicking</a:t>
            </a:r>
            <a:endParaRPr lang="en-US" sz="1400" dirty="0"/>
          </a:p>
          <a:p>
            <a:pPr marL="284480" indent="-284480" algn="l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 wary of messages that create urgency or pressure</a:t>
            </a:r>
            <a:endParaRPr lang="en-US" sz="1400" dirty="0"/>
          </a:p>
          <a:p>
            <a:pPr marL="284480" indent="-284480" algn="l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 suspicious messages to IT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6678" cy="6858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152396" y="155219"/>
            <a:ext cx="457188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Safe use of devices</a:t>
            </a:r>
            <a:endParaRPr lang="en-US" sz="3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396" y="809625"/>
            <a:ext cx="4571886" cy="25717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263" y="609600"/>
            <a:ext cx="6095848" cy="1246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operating systems and software up to date</a:t>
            </a:r>
            <a:endParaRPr lang="en-US" sz="1400" dirty="0"/>
          </a:p>
          <a:p>
            <a:pPr marL="284480" indent="-284480" algn="l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Lock your screen whenever you leave your desk</a:t>
            </a:r>
            <a:endParaRPr lang="en-US" sz="1400" dirty="0"/>
          </a:p>
          <a:p>
            <a:pPr marL="284480" indent="-284480" algn="l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antivirus software and enable disk encryption</a:t>
            </a:r>
            <a:endParaRPr lang="en-US" sz="1400" dirty="0"/>
          </a:p>
          <a:p>
            <a:pPr marL="284480" indent="-284480" algn="l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Install only approved software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6678" cy="6858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152396" y="155219"/>
            <a:ext cx="457188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Safe use of public Wi-Fi</a:t>
            </a:r>
            <a:endParaRPr lang="en-US" sz="3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396" y="809625"/>
            <a:ext cx="4571886" cy="25717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263" y="609600"/>
            <a:ext cx="6095848" cy="1246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Never use public Wi-Fi unprotected; use a VPN</a:t>
            </a:r>
            <a:endParaRPr lang="en-US" sz="1400" dirty="0"/>
          </a:p>
          <a:p>
            <a:pPr marL="284480" indent="-284480" algn="l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Avoid banking and logging into accounts on public Wi-Fi</a:t>
            </a:r>
            <a:endParaRPr lang="en-US" sz="1400" dirty="0"/>
          </a:p>
          <a:p>
            <a:pPr marL="284480" indent="-284480" algn="l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 aware of man-in-the-middle attacks</a:t>
            </a:r>
            <a:endParaRPr lang="en-US" sz="1400" dirty="0"/>
          </a:p>
          <a:p>
            <a:pPr marL="284480" indent="-284480" algn="l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Consider a travel router for an added layer of security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1D9E4-EE7F-E393-E454-464E58AF3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4BB47FF-5AAE-3B31-16E3-8400DBF76495}"/>
              </a:ext>
            </a:extLst>
          </p:cNvPr>
          <p:cNvSpPr/>
          <p:nvPr/>
        </p:nvSpPr>
        <p:spPr>
          <a:xfrm>
            <a:off x="0" y="0"/>
            <a:ext cx="4876678" cy="6858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DCE174E-E390-1E29-85FE-79D83A56981E}"/>
              </a:ext>
            </a:extLst>
          </p:cNvPr>
          <p:cNvSpPr/>
          <p:nvPr/>
        </p:nvSpPr>
        <p:spPr>
          <a:xfrm>
            <a:off x="152396" y="155219"/>
            <a:ext cx="457188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3000">
                <a:solidFill>
                  <a:srgbClr val="FFFFFF"/>
                </a:solidFill>
                <a:latin typeface="Inter SemiBold"/>
                <a:ea typeface="Inter SemiBold"/>
              </a:rPr>
              <a:t>Any Questions?</a:t>
            </a:r>
            <a:endParaRPr lang="en-US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C6463612-0A88-2E97-A33C-6A0F23FFF794}"/>
              </a:ext>
            </a:extLst>
          </p:cNvPr>
          <p:cNvSpPr/>
          <p:nvPr/>
        </p:nvSpPr>
        <p:spPr>
          <a:xfrm>
            <a:off x="5142134" y="5611762"/>
            <a:ext cx="6095848" cy="1246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25000"/>
              </a:lnSpc>
              <a:buSzPct val="100000"/>
            </a:pPr>
            <a:r>
              <a:rPr lang="en-US" sz="1400">
                <a:solidFill>
                  <a:srgbClr val="1F2937"/>
                </a:solidFill>
                <a:latin typeface="Inter"/>
                <a:ea typeface="Inter"/>
              </a:rPr>
              <a:t>Thank you for listening</a:t>
            </a:r>
            <a:endParaRPr lang="en-US" sz="1400" dirty="0">
              <a:solidFill>
                <a:srgbClr val="1F2937"/>
              </a:solidFill>
              <a:latin typeface="Inter"/>
              <a:ea typeface="Inter"/>
            </a:endParaRPr>
          </a:p>
        </p:txBody>
      </p:sp>
      <p:pic>
        <p:nvPicPr>
          <p:cNvPr id="6" name="Picture 5" descr="The Biggest Cybersecurity Issues Heading into 2025">
            <a:extLst>
              <a:ext uri="{FF2B5EF4-FFF2-40B4-BE49-F238E27FC236}">
                <a16:creationId xmlns:a16="http://schemas.microsoft.com/office/drawing/2014/main" id="{5A6CC84D-78D6-0F16-0918-FF2EE54885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483" y="897193"/>
            <a:ext cx="4498259" cy="2531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5703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16</Slides>
  <Notes>16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79</cp:revision>
  <dcterms:created xsi:type="dcterms:W3CDTF">2026-10-21T14:01:14Z</dcterms:created>
  <dcterms:modified xsi:type="dcterms:W3CDTF">2026-10-23T08:48:21Z</dcterms:modified>
</cp:coreProperties>
</file>